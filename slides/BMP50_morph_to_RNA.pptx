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22222"/>
                </a:solidFill>
                <a:latin typeface="Calibri"/>
              </a:rPr>
              <a:t>BMP50 astrocytes: morphology → RNA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918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Predict transcriptional state from imaging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(bulk RNA-seq builds the frozen atlas; morphology drives inference)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What does BMP50 do to astrocyte transcription over time (ctrl → 4h → 24h → 72h → 7d)?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Which coordinated gene programs move: BMP signaling, cell cycle, reactive state, lineage, late maturation?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Imaging is cheap and rich in shape — can morphology alone recover those bulk RNA programs?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If yes: how? (predict time from morph, then look up a frozen RNA atlas — not cell-matched RNA)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Does skeleton morphometry itself equal the cytoskeleton gene program? Or are they related but offset in time?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Design: morphology → RNA (RNA atlas built once)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Imaging pipeline: U-Net / Cellpose-style segmentation → single-cell crops → CellProfiler + skeleton morphometrics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Pool cells to slice features (medians, p90s, cluster fractions, optional cell-level time helper)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Stage 1 — morph → time: L2 multinomial logistic regression with nested CV (~92% slice accuracy)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Stage 2 — time → RNA: predicted_RNA = P(time|morph) · frozen bulk atlas (programs + genes)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Bulk RNA-seq (DESeq2 VST) only builds/validates that atlas — it is not an input when you predict on new FOVs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No cell-matched RNA: imaging slices and bulk wells share time labels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Bulk RNA-seq PCA: samples separate by BMP50 time</a:t>
            </a:r>
          </a:p>
        </p:txBody>
      </p:sp>
      <p:pic>
        <p:nvPicPr>
          <p:cNvPr id="3" name="Picture 2" descr="timecourse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5852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Transcriptional state changes continuously along the time course — the atlas we will later mix from morphology.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Volcano: 4H vs ctrl  (padj&lt;0.05, |LFC|≥1) — label genes by hand</a:t>
            </a:r>
          </a:p>
        </p:txBody>
      </p:sp>
      <p:pic>
        <p:nvPicPr>
          <p:cNvPr id="3" name="Picture 2" descr="volcano_4H_vs_ct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5852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Red = significantly up; blue = significantly down. No gene labels (add interactively).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Volcano: 24H vs ctrl  (padj&lt;0.05, |LFC|≥1) — label genes by hand</a:t>
            </a:r>
          </a:p>
        </p:txBody>
      </p:sp>
      <p:pic>
        <p:nvPicPr>
          <p:cNvPr id="3" name="Picture 2" descr="volcano_24H_vs_ct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5852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Red = significantly up; blue = significantly down. No gene labels (add interactively).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Volcano: 72H vs ctrl  (padj&lt;0.05, |LFC|≥1) — label genes by hand</a:t>
            </a:r>
          </a:p>
        </p:txBody>
      </p:sp>
      <p:pic>
        <p:nvPicPr>
          <p:cNvPr id="3" name="Picture 2" descr="volcano_72H_vs_ct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5852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Red = significantly up; blue = significantly down. No gene labels (add interactively).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Volcano: 7D vs ctrl  (padj&lt;0.05, |LFC|≥1) — label genes by hand</a:t>
            </a:r>
          </a:p>
        </p:txBody>
      </p:sp>
      <p:pic>
        <p:nvPicPr>
          <p:cNvPr id="3" name="Picture 2" descr="volcano_7D_vs_ct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5852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Red = significantly up; blue = significantly down. No gene labels (add interactively).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LRT timecourse heatmap (wide): genes × time</a:t>
            </a:r>
          </a:p>
        </p:txBody>
      </p:sp>
      <p:pic>
        <p:nvPicPr>
          <p:cNvPr id="3" name="Picture 2" descr="heatmap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Row z-scored mean VST. Shows coordinated blocks: early BMP, mid arrest, late recovery/maturation.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Top LRT genes — all trajectories together</a:t>
            </a:r>
          </a:p>
        </p:txBody>
      </p:sp>
      <p:pic>
        <p:nvPicPr>
          <p:cNvPr id="3" name="Picture 2" descr="lrt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64861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LRT group: up then down (transient induction)</a:t>
            </a:r>
          </a:p>
        </p:txBody>
      </p:sp>
      <p:pic>
        <p:nvPicPr>
          <p:cNvPr id="3" name="Picture 2" descr="lrt_up_then_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30416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LRT group: down then up (mid dip / recovery)</a:t>
            </a:r>
          </a:p>
        </p:txBody>
      </p:sp>
      <p:pic>
        <p:nvPicPr>
          <p:cNvPr id="3" name="Picture 2" descr="lrt_down_then_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64861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RNA biology snapshot — what BMP50 is doing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Early (4h): classic BMP/SMAD pulse — Id1/Id3, Smad6/7, Nog strongly induced; oligodendrocyte-lineage TFs (e.g. Olig2) suppressed. This is “BMP is on.”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Mid (24h): dominant genome-wide pattern is transient — proliferation genes (Mki67, Top2a, Ccna2…) drop (arrest), then largely recover by 7d. Gfap also rises mid-course but is not sustained forever.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Mid–late (72h): reactive / injury-like and immune-adjacent axes move (Stat3, Lcn2/Serpina3n, MHC class I, complement). Homeostatic astrocyte function genes (uptake / K+ / connexin) can rise here too.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Late (7d): a distinct maturation / thyroid-hormone-related set turns on (Dio2, Slco1c1, Thy1, Nnat). Very few genes are sustained in the same direction at every timepoint (Smad6 up; Dll1 down).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Takeaway for imaging: morphology should be able to tell early vs mid vs late states if shape tracks these transitions — then we can recover the corresponding RNA programs.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Bridge: how morphology maps onto RNA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A program is a gene-set score from bulk RNA (mean VST of curated genes → z-score → average by time). Example: cytoskeleton = Vim, Nes, actin/MT/Rho genes — not a skeleton length pixel count.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We curated ~14 programs (BMP_Id, cell_cycle, reactive_GFAP, cytoskeleton, OPC_pdgfra, late_7d, immune axes, glutamate/ion, ECM…). Bulk RNA defines the atlas once.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Morphology never reads genes. It only predicts P(time). We then mix the frozen atlas: predicted_program = Σ P(time) × atlas(time).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That is why purple curves are smoother than black: uncertain time blends neighboring states — healthy generalization, not failure.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Direction of the model: morph features → time → RNA programs (RNA is lookup, not input at inference).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Morphology → time: nested CV (what we trust)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We do not quote a single train/test on the same slices without nesting.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Honest result: nested top-35 feature selection inside each fold → ~92% slice accuracy for time.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Avoid the leaky ~98% run where features were chosen using all slices before CV.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Confusion matrices look impressive but still reflect CV folds of this one experiment — treat as supportive, not definitive external validation.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What matters next: once time is predicted, RNA programs mix from the atlas.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Top morph features for time — grouped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Cell-helper time votes (stable in 5/5 folds): mean_Pcell_ctrl, mean_Pcell_4h, mean_Pcell_24h, mean_Pcell_72h — average per-cell time probabilities pooled to the slice.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GFAP / Channel_0 intensity: p90_Intensity_IntegratedIntensity_Channel_0, median_Intensity_IntegratedIntensity_Channel_0, related edge/max/std intensity — how strongly GFAP lights up.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Outline / shape (Zernike &amp; moments): p90/median AreaShape_Zernike_* (e.g. 6_0, 2_2, 5_3, 7_7, 4_4, 6_6, 8_0…), NormalizedMoment_3_0 — compact summary of process silhouette.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Mass displacement / other channels: median/p90 Intensity_MassDisplacement_Channel_1/2, LowerQuartileIntensity_Channel_2, IntegratedIntensityEdge_Channel_2 — intensity geometry beyond raw GFAP sum.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Population mix: frac_cluster_1, frac_cluster_2 (and sometimes 4) — which morphological clusters dominate the FOV.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Skeleton / branching (selected often but not always): median_nontrunk_branch_points, p90_nontrunk_branch_points — process complexity; useful for time, but (later) not a 1:1 cytoskeleton-RNA proxy.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Core story (3×2): true bulk vs morph-predicted programs</a:t>
            </a:r>
          </a:p>
        </p:txBody>
      </p:sp>
      <p:pic>
        <p:nvPicPr>
          <p:cNvPr id="3" name="Picture 2" descr="core_six_3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49614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Black = true bulk program by time; purple = morphology via P(time)·atlas. r on each panel = recovery strength.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What does the r on each panel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For each program, every imaging slice gets a predicted score from morphology (via P(time)).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We compare that prediction to the true bulk program score for the slice’s real timepoint.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Pearson r ≈ how well the morph-derived scores track the true time-course of that program across slices.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High r (e.g. late_7d 0.96, cytoskeleton 0.94) means morphology recovers that program’s trajectory well.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This is NOT “genes measured in the image” — it is atlas mixing after time prediction.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All 14 RNA programs (with r on each panel)</a:t>
            </a:r>
          </a:p>
        </p:txBody>
      </p:sp>
      <p:pic>
        <p:nvPicPr>
          <p:cNvPr id="3" name="Picture 2" descr="all14_with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98113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Mean recovery across programs r ≈ 0.90. Purple smoother than black is expected.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Supplementary programs — with r</a:t>
            </a:r>
          </a:p>
        </p:txBody>
      </p:sp>
      <p:pic>
        <p:nvPicPr>
          <p:cNvPr id="3" name="Picture 2" descr="supp_with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94360"/>
            <a:ext cx="7680960" cy="3341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83879" y="640080"/>
            <a:ext cx="3657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MHC_class_I r=0.90: antigen presentation genes track mid/late reactive window.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Stat3_reactive r=0.88: IL-6–like signaling hub (not the same as GFAP structure).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glutamate_ion r=0.87: uptake / K+ / gap-junction function.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ECM_remodeling r=0.92: matrix genes (e.g. Col11a2 axis).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These are secondary to the BMP→arrest→reactive→late core story, but recoverable from morph.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Skeleton morph vs true cytoskeleton RNA over time</a:t>
            </a:r>
          </a:p>
        </p:txBody>
      </p:sp>
      <p:pic>
        <p:nvPicPr>
          <p:cNvPr id="3" name="Picture 2" descr="cytoskeleton_vs_skeleton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81948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True bulk cytoskeleton (purple) vs skeleton mean±SEM (black). Stars = Kruskal-Wallis across times.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Cytoskeleton RNA program — recovered from morphology</a:t>
            </a:r>
          </a:p>
        </p:txBody>
      </p:sp>
      <p:pic>
        <p:nvPicPr>
          <p:cNvPr id="3" name="Picture 2" descr="cytoskeleton_p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25860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Even though skeleton length ≠ cytoskeleton RNA, the cytoskeleton PROGRAM is still recovered via morph→time (r≈0.94).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Interpretation: program recovery vs direct skeleton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True cytoskeleton RNA peaks at ~24h and then falls; skeleton length / branch points keep rising into 7d.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So there is no simple linear “longer skeleton ⇒ higher cytoskeleton transcription” relationship — they are out of phase.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That does NOT mean morphology fails: the full morph feature set still predicts time, and therefore recovers the cytoskeleton gene program (r≈0.94).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In words: morphology is a good state sensor for the transcriptional cytoskeleton package, but skeleton morphometrics alone are a late structural readout — not a substitute for that gene set.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For the lab: use morph→program for RNA-state inference; use skeleton features to talk about process elaboration timing separately.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BMP50 drives a clear bulk RNA trajectory: early BMP pulse → mid cycle arrest / reactive shift → late maturation.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We summarize that biology as curated RNA programs (gene-set scores), not as morph features.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Astrocyte morphology (U-Net/CellProfiler pipeline → logistic time model) predicts time at ~92% (nested CV) and recovers 14 programs at mean r≈0.90.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Purple predicted curves are smoother because they mix times — expected for this atlas design.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Skeleton morph and cytoskeleton transcription both respond to BMP but peak at different times — related stories, not the same variable.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Practical next step: new FOVs → morph CSV only → predict_rna_from_morph.py with the frozen bundle (no new RNA required).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